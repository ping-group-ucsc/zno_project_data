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898" r:id="rId2"/>
    <p:sldId id="899" r:id="rId3"/>
    <p:sldId id="89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52"/>
  </p:normalViewPr>
  <p:slideViewPr>
    <p:cSldViewPr snapToGrid="0">
      <p:cViewPr>
        <p:scale>
          <a:sx n="54" d="100"/>
          <a:sy n="54" d="100"/>
        </p:scale>
        <p:origin x="2280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0E3B5-BDEC-4C94-9627-677FC8106519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84D12-6F85-448E-9F8C-8C3C34B8D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08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FC034-8298-5376-81BD-C02F68E51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D198DB-EDFC-D67F-ABEE-7EF058FAD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81FAC-E2D1-BD2D-C61C-2B5A231D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E1B0C-BB6E-42C3-FC8A-54D1335C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835466-A13F-EB37-86DC-A9AFECFD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39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86B7C-28B9-31CD-D29B-8F05AF2E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393CDA-D590-4CB6-22BF-D95774DF1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A66877-190B-A57B-A72F-9172549A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5843B3-5B33-4841-EF9D-7327A42E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7422D1-5129-A5D0-57AA-0E00F8A7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9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1A929-274B-C765-3765-382F121B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7A8F1D-BD2A-91AE-298E-D1D3D2F07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56F6D7-A8B1-FB9A-783A-9E98B023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51679-2BC4-403F-924B-30DBFF20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E8B84-7032-DE9F-30E0-A8CFBF0E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83D16-B9BD-0CB8-BE5A-FD4E4DC6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3D939-E03D-9E4A-880E-33E299A58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DE86C3-9657-4A04-1818-CF492D47B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0BBAFE-05E4-77C6-7051-36F1578C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7171F2-5669-8335-0996-1BE70CDBB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471DEF-423F-8698-542E-6AAF15E4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51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6664B-5E34-F085-C407-9A3CE777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9339E2-94E7-16A9-2CCA-3A27BC51F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508B50-A3EA-1703-466A-FFFBFA9DF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05A0E8-FDEC-EA10-F97C-D6EE14D0B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3D5600-7728-6547-C29B-A0E58D14E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605F05-218D-5B3D-B06B-CF72DBC1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881A7C-C31F-1A4D-0CD1-509CA068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614D48-3BE8-DAF0-36A5-8E178875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83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DF0AC-2CDC-1B7C-449C-2ACCAE87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547982-DE7B-B465-2B9B-738CD3E7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6746FC-1BAC-FAEC-B7EF-E80B85C5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9C39E5-3B02-9CF0-473B-2085B20E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95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902039-C028-2AD4-0AEB-09FF2A25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7B8E95-D7BD-CF19-6B99-A2896B32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94466-55C3-138D-67EF-4CFBBC21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79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936E9-D173-CAE7-E134-F058E7E0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F591A9-020E-DA06-6321-F1DBE81B2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BFC4A9-30E7-50C9-32AF-871C68B8C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F9C274-36BC-D157-E58D-D9D6CCE3B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81C9D7-831B-851C-114B-E8D25646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140DE0-726D-6E60-3F87-EEAD8381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8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92113-8ED0-BA9D-91A6-2D0A53A7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8F72CC-2B3B-8C3C-4839-C8AA520C1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2A8D20-2AA7-4AEC-4B0A-D132606E1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90149B-1109-A01D-0931-45A3D3C0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0E6BBC-36B9-D5F8-5A48-F93373FE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D42051-094D-98A1-6FFD-46714F8F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32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5D48D-B882-3B49-08EE-B4D2E213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B647C7-63A2-CA20-08E8-D5913C744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A14F0-63AC-A0B9-0E95-674B8E8B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E04DC-F520-5990-2C39-FC0C374A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8E4F51-F21E-2A40-C0EF-8C5F8BCB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2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0CC7B4-3C22-C0C4-E88A-A8E7A3FAB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AC9D63-D72B-477F-4B7C-2D3FA8C46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5FF2A-10A0-F9AD-C983-2CBE9933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E930F0-AFAE-09D7-FBE0-A5DB78DE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EE87BE-A03B-5C73-97D4-6A19A650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26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B6A46E-595A-421C-48A2-156A58E68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947FE7-92B0-172C-7015-22B87E03F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9C9AB0-1F8F-BA34-4DC4-7EE714D57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3324C-5106-4DA4-BC03-CD3B3EEC51C0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FFECD-45CC-099C-87BC-AD3DC810B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94361-AB1E-2C18-5138-F22239CE6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EE61B-50B5-46D4-AB83-F195183C54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03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F50B7FDE-19B7-6DF1-F392-2F3EF175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59" y="434855"/>
            <a:ext cx="3960000" cy="30106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850D40C-2922-435F-3B31-23F6B6EDA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47" y="434855"/>
            <a:ext cx="3960000" cy="3053731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AF712332-8456-9A68-BDE2-526D3EA318B5}"/>
              </a:ext>
            </a:extLst>
          </p:cNvPr>
          <p:cNvGrpSpPr/>
          <p:nvPr/>
        </p:nvGrpSpPr>
        <p:grpSpPr>
          <a:xfrm>
            <a:off x="1600247" y="3828810"/>
            <a:ext cx="3960000" cy="3019580"/>
            <a:chOff x="5774459" y="395902"/>
            <a:chExt cx="3960000" cy="301958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075AF64-1AEF-302B-4784-02CC0D7E9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4459" y="395902"/>
              <a:ext cx="3960000" cy="301958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42F4CF-C7E7-E52F-3280-45E6F4A2274E}"/>
                </a:ext>
              </a:extLst>
            </p:cNvPr>
            <p:cNvSpPr txBox="1"/>
            <p:nvPr/>
          </p:nvSpPr>
          <p:spPr>
            <a:xfrm>
              <a:off x="8076041" y="1610179"/>
              <a:ext cx="11623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Nb</a:t>
              </a:r>
              <a:r>
                <a:rPr lang="en-US" altLang="ko-KR" sz="2400" baseline="-250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Zn</a:t>
              </a:r>
              <a:r>
                <a:rPr lang="en-US" altLang="ko-KR" sz="24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altLang="ko-KR" sz="2400" baseline="-250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endParaRPr kumimoji="0" lang="en-US" altLang="ko-KR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8099B4D-32CB-F341-628D-7AC5784EA948}"/>
              </a:ext>
            </a:extLst>
          </p:cNvPr>
          <p:cNvSpPr txBox="1"/>
          <p:nvPr/>
        </p:nvSpPr>
        <p:spPr>
          <a:xfrm>
            <a:off x="3898566" y="1672034"/>
            <a:ext cx="1162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  <a:r>
              <a:rPr lang="en-US" altLang="ko-KR" sz="2400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ko-KR" sz="24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sz="2400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US" altLang="ko-KR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EC814B-003D-A74E-7717-02F98FC5AA38}"/>
              </a:ext>
            </a:extLst>
          </p:cNvPr>
          <p:cNvSpPr txBox="1"/>
          <p:nvPr/>
        </p:nvSpPr>
        <p:spPr>
          <a:xfrm>
            <a:off x="8076041" y="1672034"/>
            <a:ext cx="1162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altLang="ko-KR" sz="2400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ko-KR" sz="24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sz="2400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US" altLang="ko-KR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D3FD4D-8E1E-89E0-28A4-B8D55255034E}"/>
              </a:ext>
            </a:extLst>
          </p:cNvPr>
          <p:cNvSpPr txBox="1"/>
          <p:nvPr/>
        </p:nvSpPr>
        <p:spPr>
          <a:xfrm>
            <a:off x="1392449" y="-3907"/>
            <a:ext cx="569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D75A00-E0C1-5C6B-C6A3-DD3366CA53C9}"/>
              </a:ext>
            </a:extLst>
          </p:cNvPr>
          <p:cNvSpPr txBox="1"/>
          <p:nvPr/>
        </p:nvSpPr>
        <p:spPr>
          <a:xfrm>
            <a:off x="2172031" y="-3908"/>
            <a:ext cx="3043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Free induction decay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ED64E5-B733-95DB-4484-BB1787C0BA07}"/>
              </a:ext>
            </a:extLst>
          </p:cNvPr>
          <p:cNvSpPr txBox="1"/>
          <p:nvPr/>
        </p:nvSpPr>
        <p:spPr>
          <a:xfrm>
            <a:off x="1392449" y="3429000"/>
            <a:ext cx="569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AE2A4D-7F1E-A2C9-00BD-BD151853678D}"/>
              </a:ext>
            </a:extLst>
          </p:cNvPr>
          <p:cNvSpPr txBox="1"/>
          <p:nvPr/>
        </p:nvSpPr>
        <p:spPr>
          <a:xfrm>
            <a:off x="2461535" y="3429000"/>
            <a:ext cx="2599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Hahn-echo decay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19ABF-36E7-7EEB-239C-B2A15DB9A489}"/>
              </a:ext>
            </a:extLst>
          </p:cNvPr>
          <p:cNvSpPr txBox="1"/>
          <p:nvPr/>
        </p:nvSpPr>
        <p:spPr>
          <a:xfrm>
            <a:off x="5732516" y="-3907"/>
            <a:ext cx="569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C3097A-3A4E-8070-6E3A-870FE9351E7D}"/>
              </a:ext>
            </a:extLst>
          </p:cNvPr>
          <p:cNvSpPr txBox="1"/>
          <p:nvPr/>
        </p:nvSpPr>
        <p:spPr>
          <a:xfrm>
            <a:off x="5732516" y="3429000"/>
            <a:ext cx="569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AB96C27-257B-7606-150A-2FF025CC0040}"/>
              </a:ext>
            </a:extLst>
          </p:cNvPr>
          <p:cNvGrpSpPr/>
          <p:nvPr/>
        </p:nvGrpSpPr>
        <p:grpSpPr>
          <a:xfrm>
            <a:off x="5774459" y="3899255"/>
            <a:ext cx="3960000" cy="2888025"/>
            <a:chOff x="5774459" y="3899255"/>
            <a:chExt cx="3960000" cy="288802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26E79E3-1368-A3DF-5387-8255D1A19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4459" y="3899255"/>
              <a:ext cx="3960000" cy="288802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44D564-C9BD-8763-0119-218E08A53074}"/>
                </a:ext>
              </a:extLst>
            </p:cNvPr>
            <p:cNvSpPr txBox="1"/>
            <p:nvPr/>
          </p:nvSpPr>
          <p:spPr>
            <a:xfrm>
              <a:off x="8076041" y="5022803"/>
              <a:ext cx="11623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</a:t>
              </a:r>
              <a:r>
                <a:rPr lang="en-US" altLang="ko-KR" sz="2400" baseline="-250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Zn</a:t>
              </a:r>
              <a:r>
                <a:rPr lang="en-US" altLang="ko-KR" sz="24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altLang="ko-KR" sz="2400" baseline="-250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endParaRPr kumimoji="0" lang="en-US" altLang="ko-KR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9F27076-71D8-C134-83D4-E2236B56ACC6}"/>
              </a:ext>
            </a:extLst>
          </p:cNvPr>
          <p:cNvSpPr txBox="1"/>
          <p:nvPr/>
        </p:nvSpPr>
        <p:spPr>
          <a:xfrm>
            <a:off x="6470155" y="0"/>
            <a:ext cx="3043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Free induction decay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12F03-1364-3DF3-956B-47B00DBF5642}"/>
              </a:ext>
            </a:extLst>
          </p:cNvPr>
          <p:cNvSpPr txBox="1"/>
          <p:nvPr/>
        </p:nvSpPr>
        <p:spPr>
          <a:xfrm>
            <a:off x="6683513" y="3428999"/>
            <a:ext cx="2599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Hahn-echo decay </a:t>
            </a:r>
          </a:p>
        </p:txBody>
      </p:sp>
    </p:spTree>
    <p:extLst>
      <p:ext uri="{BB962C8B-B14F-4D97-AF65-F5344CB8AC3E}">
        <p14:creationId xmlns:p14="http://schemas.microsoft.com/office/powerpoint/2010/main" val="21293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53C5-13A9-AEF4-DBA4-F8A0488F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2E536F9-CF37-51EA-0D5E-9289D6094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54" y="619105"/>
            <a:ext cx="4148078" cy="4012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DF64F7-8733-977F-9607-EAA232CD7101}"/>
              </a:ext>
            </a:extLst>
          </p:cNvPr>
          <p:cNvSpPr txBox="1"/>
          <p:nvPr/>
        </p:nvSpPr>
        <p:spPr>
          <a:xfrm>
            <a:off x="3499789" y="4536119"/>
            <a:ext cx="4073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Electron spin concentration (ppm)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7CCB4B-D5AB-8390-E7CC-20CB7907BF33}"/>
              </a:ext>
            </a:extLst>
          </p:cNvPr>
          <p:cNvSpPr txBox="1"/>
          <p:nvPr/>
        </p:nvSpPr>
        <p:spPr>
          <a:xfrm rot="16200000">
            <a:off x="2138046" y="2342969"/>
            <a:ext cx="1499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2, 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elec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737D7BC-BB75-0567-C383-E95FAA6A7EFC}"/>
              </a:ext>
            </a:extLst>
          </p:cNvPr>
          <p:cNvCxnSpPr>
            <a:cxnSpLocks/>
          </p:cNvCxnSpPr>
          <p:nvPr/>
        </p:nvCxnSpPr>
        <p:spPr>
          <a:xfrm>
            <a:off x="3652732" y="760464"/>
            <a:ext cx="362496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481379A-EE59-1440-3E16-A76BA0A6195C}"/>
              </a:ext>
            </a:extLst>
          </p:cNvPr>
          <p:cNvSpPr txBox="1"/>
          <p:nvPr/>
        </p:nvSpPr>
        <p:spPr>
          <a:xfrm>
            <a:off x="4831080" y="857029"/>
            <a:ext cx="2529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Nuclear-spin-limited 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(~4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7929386-9797-B90B-0966-7A3384D2358D}"/>
              </a:ext>
            </a:extLst>
          </p:cNvPr>
          <p:cNvCxnSpPr>
            <a:cxnSpLocks/>
          </p:cNvCxnSpPr>
          <p:nvPr/>
        </p:nvCxnSpPr>
        <p:spPr>
          <a:xfrm>
            <a:off x="5354058" y="758895"/>
            <a:ext cx="111157" cy="206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13A76F6-8788-36E0-2BEE-539F73326AE7}"/>
              </a:ext>
            </a:extLst>
          </p:cNvPr>
          <p:cNvSpPr txBox="1"/>
          <p:nvPr/>
        </p:nvSpPr>
        <p:spPr>
          <a:xfrm>
            <a:off x="4405380" y="3521355"/>
            <a:ext cx="1897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Slope of the linear fitting line = -0.99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D4C788D-1768-6E9F-03B3-966E8BE5E4A8}"/>
              </a:ext>
            </a:extLst>
          </p:cNvPr>
          <p:cNvCxnSpPr>
            <a:cxnSpLocks/>
          </p:cNvCxnSpPr>
          <p:nvPr/>
        </p:nvCxnSpPr>
        <p:spPr>
          <a:xfrm flipH="1">
            <a:off x="6096000" y="3325589"/>
            <a:ext cx="243141" cy="195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03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F547567-C589-CF40-1399-899CC90C8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741" y="1204896"/>
            <a:ext cx="5753142" cy="4448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D013C9-64EE-80C7-FA50-925396200A97}"/>
              </a:ext>
            </a:extLst>
          </p:cNvPr>
          <p:cNvSpPr txBox="1"/>
          <p:nvPr/>
        </p:nvSpPr>
        <p:spPr>
          <a:xfrm>
            <a:off x="11567812" y="3429000"/>
            <a:ext cx="1520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altLang="ko-KR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ko-KR" alt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B9F0A-75EF-84B6-243C-175AEA73E5F4}"/>
              </a:ext>
            </a:extLst>
          </p:cNvPr>
          <p:cNvSpPr txBox="1"/>
          <p:nvPr/>
        </p:nvSpPr>
        <p:spPr>
          <a:xfrm>
            <a:off x="11567812" y="3987874"/>
            <a:ext cx="19604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ko-KR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= 300 G</a:t>
            </a:r>
            <a:endParaRPr lang="ko-KR" altLang="en-US" sz="2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40A4856-278F-0B3F-4015-8DBC0C579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479" y="1410553"/>
            <a:ext cx="5400000" cy="40368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A90D99B-A625-EFB2-9B3F-BA6AE1603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0878" y="1387484"/>
            <a:ext cx="5400000" cy="3990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22BA95-482E-48EF-6A20-30397B115082}"/>
              </a:ext>
            </a:extLst>
          </p:cNvPr>
          <p:cNvSpPr txBox="1"/>
          <p:nvPr/>
        </p:nvSpPr>
        <p:spPr>
          <a:xfrm>
            <a:off x="-1579316" y="924690"/>
            <a:ext cx="2829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Nuclear spin bath</a:t>
            </a:r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E4B0A7-5592-79B4-9848-8E540088E749}"/>
              </a:ext>
            </a:extLst>
          </p:cNvPr>
          <p:cNvSpPr txBox="1"/>
          <p:nvPr/>
        </p:nvSpPr>
        <p:spPr>
          <a:xfrm>
            <a:off x="3020607" y="993702"/>
            <a:ext cx="4491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Electronic spin bath  (100 ppm)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5A099-69CA-5996-52A8-D52E0D1236BB}"/>
              </a:ext>
            </a:extLst>
          </p:cNvPr>
          <p:cNvSpPr txBox="1"/>
          <p:nvPr/>
        </p:nvSpPr>
        <p:spPr>
          <a:xfrm>
            <a:off x="36517" y="2780587"/>
            <a:ext cx="1520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altLang="ko-KR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2CF0C-2D11-A10A-E635-57133AAACB73}"/>
              </a:ext>
            </a:extLst>
          </p:cNvPr>
          <p:cNvSpPr txBox="1"/>
          <p:nvPr/>
        </p:nvSpPr>
        <p:spPr>
          <a:xfrm>
            <a:off x="5382019" y="2849598"/>
            <a:ext cx="1520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altLang="ko-KR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ko-KR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F4821-2F33-DD48-DFF0-718C8F4E00EE}"/>
              </a:ext>
            </a:extLst>
          </p:cNvPr>
          <p:cNvSpPr txBox="1"/>
          <p:nvPr/>
        </p:nvSpPr>
        <p:spPr>
          <a:xfrm>
            <a:off x="-3320878" y="743231"/>
            <a:ext cx="569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34233-53C5-B6CF-DBBF-17CF3525242C}"/>
              </a:ext>
            </a:extLst>
          </p:cNvPr>
          <p:cNvSpPr txBox="1"/>
          <p:nvPr/>
        </p:nvSpPr>
        <p:spPr>
          <a:xfrm>
            <a:off x="7884284" y="743231"/>
            <a:ext cx="569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21321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12442</TotalTime>
  <Words>76</Words>
  <Application>Microsoft Macintosh PowerPoint</Application>
  <PresentationFormat>와이드스크린</PresentationFormat>
  <Paragraphs>24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태준 박</dc:creator>
  <cp:lastModifiedBy>태준 박</cp:lastModifiedBy>
  <cp:revision>50</cp:revision>
  <dcterms:created xsi:type="dcterms:W3CDTF">2024-07-08T16:54:51Z</dcterms:created>
  <dcterms:modified xsi:type="dcterms:W3CDTF">2026-03-24T03:10:39Z</dcterms:modified>
</cp:coreProperties>
</file>